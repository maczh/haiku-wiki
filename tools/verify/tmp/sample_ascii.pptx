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寄海文库 PPTX 缩放测试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用于验证演示窗体可随阅读宽度缩放的幻灯片。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SAMPLE_MARKER_12345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2026-09-20T17:19:53Z</dcterms:created>
  <dcterms:modified xsi:type="dcterms:W3CDTF">2026-09-20T17:19:53Z</dcterms:modified>
</cp:coreProperties>
</file>