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E67E2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8A5A2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读书分享会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BOOK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分享内容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书籍简介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核心观点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金句摘录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实践启发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书籍简介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书名：____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作者：____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主题：____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核心观点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观点一：____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观点二：____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金句摘录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“____”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“____”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实践启发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可应用于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行动计划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