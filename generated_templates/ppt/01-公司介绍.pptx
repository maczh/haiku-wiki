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33A5B"/>
              </a:gs>
              <a:gs pos="100000">
                <a:srgbClr val="1F4E79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2E75B6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公司介绍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COMPANY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1078992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B7B"/>
                </a:solidFill>
                <a:latin typeface="Arial"/>
                <a:ea typeface="微软雅黑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公司概况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核心业务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团队实力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发展愿景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F4E79"/>
              </a:gs>
              <a:gs pos="100000">
                <a:srgbClr val="133A5B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5486400" cy="4114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0" b="1" i="0">
                <a:solidFill>
                  <a:srgbClr val="7D98B1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2743200"/>
            <a:ext cx="164592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0" y="2651760"/>
            <a:ext cx="6400800" cy="1554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公司概况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我们是谁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1078992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B7B"/>
                </a:solidFill>
                <a:latin typeface="Arial"/>
                <a:ea typeface="微软雅黑"/>
              </a:rPr>
              <a:t>ABOUT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成立于 ____ 年，专注于 ____ 领域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总部位于 ____，辐射 ____ 市场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以 ____ 为使命，服务 ____ 客户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关键数据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1078992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B7B"/>
                </a:solidFill>
                <a:latin typeface="Arial"/>
                <a:ea typeface="微软雅黑"/>
              </a:rPr>
              <a:t>BY THE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80310" cy="274320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8031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F4E79"/>
                </a:solidFill>
                <a:latin typeface="Arial"/>
                <a:ea typeface="微软雅黑"/>
              </a:rPr>
              <a:t>10+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33A5B"/>
                </a:solidFill>
                <a:latin typeface="微软雅黑"/>
                <a:ea typeface="微软雅黑"/>
              </a:rPr>
              <a:t>年行业沉淀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0430" y="2194560"/>
            <a:ext cx="2480310" cy="274320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0430" y="2194560"/>
            <a:ext cx="248031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043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F4E79"/>
                </a:solidFill>
                <a:latin typeface="Arial"/>
                <a:ea typeface="微软雅黑"/>
              </a:rPr>
              <a:t>500+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043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33A5B"/>
                </a:solidFill>
                <a:latin typeface="微软雅黑"/>
                <a:ea typeface="微软雅黑"/>
              </a:rPr>
              <a:t>服务客户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0780" y="2194560"/>
            <a:ext cx="2480310" cy="274320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0780" y="2194560"/>
            <a:ext cx="248031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078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F4E79"/>
                </a:solidFill>
                <a:latin typeface="Arial"/>
                <a:ea typeface="微软雅黑"/>
              </a:rPr>
              <a:t>30+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078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33A5B"/>
                </a:solidFill>
                <a:latin typeface="微软雅黑"/>
                <a:ea typeface="微软雅黑"/>
              </a:rPr>
              <a:t>城市覆盖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1130" y="2194560"/>
            <a:ext cx="2480310" cy="274320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41130" y="2194560"/>
            <a:ext cx="248031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113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F4E79"/>
                </a:solidFill>
                <a:latin typeface="Arial"/>
                <a:ea typeface="微软雅黑"/>
              </a:rPr>
              <a:t>98%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113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33A5B"/>
                </a:solidFill>
                <a:latin typeface="微软雅黑"/>
                <a:ea typeface="微软雅黑"/>
              </a:rPr>
              <a:t>客户满意度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F4E79"/>
              </a:gs>
              <a:gs pos="100000">
                <a:srgbClr val="133A5B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5486400" cy="4114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0" b="1" i="0">
                <a:solidFill>
                  <a:srgbClr val="7D98B1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2743200"/>
            <a:ext cx="164592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0" y="2651760"/>
            <a:ext cx="6400800" cy="1554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核心业务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业务矩阵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</a:rPr>
              <a:t>主营业务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128016" cy="12801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 产品/服务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61488"/>
            <a:ext cx="128016" cy="12801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 解决方案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328416"/>
            <a:ext cx="128016" cy="12801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6440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 增值服务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</a:rPr>
              <a:t>核心优势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194560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技术领先</a:t>
            </a:r>
          </a:p>
        </p:txBody>
      </p:sp>
      <p:sp>
        <p:nvSpPr>
          <p:cNvPr id="17" name="Oval 16"/>
          <p:cNvSpPr/>
          <p:nvPr/>
        </p:nvSpPr>
        <p:spPr>
          <a:xfrm>
            <a:off x="6537960" y="2761488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交付可靠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3328416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264408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成本可控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产品/办公实景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4480560"/>
          </a:xfrm>
          <a:prstGeom prst="roundRect">
            <a:avLst/>
          </a:prstGeom>
          <a:noFill/>
          <a:ln w="19050">
            <a:solidFill>
              <a:srgbClr val="2E75B6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E75B6"/>
                </a:solidFill>
                <a:latin typeface="Arial"/>
                <a:ea typeface="微软雅黑"/>
              </a:rPr>
              <a:t>图片 /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微软雅黑"/>
                <a:ea typeface="微软雅黑"/>
              </a:rPr>
              <a:t>在此插入公司实景或产品图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F4E79"/>
              </a:gs>
              <a:gs pos="100000">
                <a:srgbClr val="133A5B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5486400" cy="4114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0" b="1" i="0">
                <a:solidFill>
                  <a:srgbClr val="7D98B1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2743200"/>
            <a:ext cx="164592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0" y="2651760"/>
            <a:ext cx="6400800" cy="1554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团队实力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团队与资质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核心团队来自 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拥有 ____ 项专利/资质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完善的培训与研发体系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F4E79"/>
              </a:gs>
              <a:gs pos="100000">
                <a:srgbClr val="133A5B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5486400" cy="4114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0" b="1" i="0">
                <a:solidFill>
                  <a:srgbClr val="7D98B1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2743200"/>
            <a:ext cx="164592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0" y="2651760"/>
            <a:ext cx="6400800" cy="1554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发展愿景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未来规划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短期：____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中期：____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长期：____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33A5B"/>
              </a:gs>
              <a:gs pos="100000">
                <a:srgbClr val="1F4E79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