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A4B4B"/>
              </a:gs>
              <a:gs pos="100000">
                <a:srgbClr val="0F6E6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17A2A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年度工作汇报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ANNUAL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工作回顾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成果展示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数据透视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规划展望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工作回顾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完成 ____ 项重点任务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推进 ____ 项目落地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成果展示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亮点一：____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亮点二：____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年度数据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80310" cy="2743200"/>
          </a:xfrm>
          <a:prstGeom prst="round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480310" cy="146304"/>
          </a:xfrm>
          <a:prstGeom prst="rect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0F6E6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4B4B"/>
                </a:solidFill>
                <a:latin typeface="微软雅黑"/>
                <a:ea typeface="微软雅黑"/>
              </a:rPr>
              <a:t>指标A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0430" y="2194560"/>
            <a:ext cx="2480310" cy="2743200"/>
          </a:xfrm>
          <a:prstGeom prst="round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0430" y="2194560"/>
            <a:ext cx="2480310" cy="146304"/>
          </a:xfrm>
          <a:prstGeom prst="rect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04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0F6E6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04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4B4B"/>
                </a:solidFill>
                <a:latin typeface="微软雅黑"/>
                <a:ea typeface="微软雅黑"/>
              </a:rPr>
              <a:t>指标B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2194560"/>
            <a:ext cx="2480310" cy="2743200"/>
          </a:xfrm>
          <a:prstGeom prst="round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780" y="2194560"/>
            <a:ext cx="2480310" cy="146304"/>
          </a:xfrm>
          <a:prstGeom prst="rect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0F6E6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07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4B4B"/>
                </a:solidFill>
                <a:latin typeface="微软雅黑"/>
                <a:ea typeface="微软雅黑"/>
              </a:rPr>
              <a:t>指标C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1130" y="2194560"/>
            <a:ext cx="2480310" cy="2743200"/>
          </a:xfrm>
          <a:prstGeom prst="round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1130" y="2194560"/>
            <a:ext cx="2480310" cy="146304"/>
          </a:xfrm>
          <a:prstGeom prst="rect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11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0F6E6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11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4B4B"/>
                </a:solidFill>
                <a:latin typeface="微软雅黑"/>
                <a:ea typeface="微软雅黑"/>
              </a:rPr>
              <a:t>指标D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规划展望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方向一：____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方向二：____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A4B4B"/>
              </a:gs>
              <a:gs pos="100000">
                <a:srgbClr val="0F6E6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