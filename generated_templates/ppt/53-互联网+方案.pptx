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9534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互联网+ 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INTERNET PLUS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行业痛点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方案架构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价值成效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行业痛点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痛点：____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瓶颈：____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方案架构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平台：____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连接：____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数据：____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23A30"/>
                </a:solidFill>
                <a:latin typeface="微软雅黑"/>
                <a:ea typeface="微软雅黑"/>
              </a:rPr>
              <a:t>B端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23A30"/>
                </a:solidFill>
                <a:latin typeface="微软雅黑"/>
                <a:ea typeface="微软雅黑"/>
              </a:rPr>
              <a:t>C端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价值成效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280660" cy="2743200"/>
          </a:xfrm>
          <a:prstGeom prst="round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280660" cy="14630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B23A30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E261F"/>
                </a:solidFill>
                <a:latin typeface="微软雅黑"/>
                <a:ea typeface="微软雅黑"/>
              </a:rPr>
              <a:t>提效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2194560"/>
            <a:ext cx="5280660" cy="2743200"/>
          </a:xfrm>
          <a:prstGeom prst="round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0780" y="2194560"/>
            <a:ext cx="5280660" cy="14630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07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B23A30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E261F"/>
                </a:solidFill>
                <a:latin typeface="微软雅黑"/>
                <a:ea typeface="微软雅黑"/>
              </a:rPr>
              <a:t>覆盖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