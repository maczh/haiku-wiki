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产品介绍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PRODUCT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产品定位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竞争优势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产品定位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面向 ____ 人群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解决 ____ 痛点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主打 ____ 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产品展示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D9534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9534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4A44"/>
                </a:solidFill>
                <a:latin typeface="微软雅黑"/>
                <a:ea typeface="微软雅黑"/>
              </a:rPr>
              <a:t>插入产品图/界面截图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30"/>
                </a:solidFill>
                <a:latin typeface="微软雅黑"/>
                <a:ea typeface="微软雅黑"/>
              </a:rPr>
              <a:t>功能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28416"/>
            <a:ext cx="128016" cy="128016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30"/>
                </a:solidFill>
                <a:latin typeface="微软雅黑"/>
                <a:ea typeface="微软雅黑"/>
              </a:rPr>
              <a:t>价值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328416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竞争优势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对比竞品：____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壁垒：____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