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40E3A"/>
              </a:gs>
              <a:gs pos="100000">
                <a:srgbClr val="AD1457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D81B6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客户答谢会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CLIENT APPRECIATION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致辞感恩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成果回顾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荣誉颁奖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未来同行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致辞感恩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感谢 ____ 一路同行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成果回顾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13760" cy="2743200"/>
          </a:xfrm>
          <a:prstGeom prst="round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13760" cy="146304"/>
          </a:xfrm>
          <a:prstGeom prst="rect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AD1457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40E3A"/>
                </a:solidFill>
                <a:latin typeface="微软雅黑"/>
                <a:ea typeface="微软雅黑"/>
              </a:rPr>
              <a:t>合作年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2194560"/>
            <a:ext cx="3413760" cy="2743200"/>
          </a:xfrm>
          <a:prstGeom prst="round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2194560"/>
            <a:ext cx="3413760" cy="146304"/>
          </a:xfrm>
          <a:prstGeom prst="rect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AD1457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40E3A"/>
                </a:solidFill>
                <a:latin typeface="微软雅黑"/>
                <a:ea typeface="微软雅黑"/>
              </a:rPr>
              <a:t>项目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680" y="2194560"/>
            <a:ext cx="3413760" cy="2743200"/>
          </a:xfrm>
          <a:prstGeom prst="round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2194560"/>
            <a:ext cx="3413760" cy="146304"/>
          </a:xfrm>
          <a:prstGeom prst="rect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6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AD1457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40E3A"/>
                </a:solidFill>
                <a:latin typeface="微软雅黑"/>
                <a:ea typeface="微软雅黑"/>
              </a:rPr>
              <a:t>成长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荣誉颁奖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奖项：____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获奖：____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AD1457"/>
                </a:solidFill>
                <a:latin typeface="微软雅黑"/>
                <a:ea typeface="微软雅黑"/>
              </a:rPr>
              <a:t>未来同行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承诺：____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展望：____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3A5A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40E3A"/>
              </a:gs>
              <a:gs pos="100000">
                <a:srgbClr val="AD1457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