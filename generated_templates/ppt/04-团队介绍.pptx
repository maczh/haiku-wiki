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7D5BA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团队介绍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OUR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团队概况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核心成员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组织架构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协作机制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团队概况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____ 人规模，平均从业 ____ 年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覆盖 ____、____、____ 等专业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扁平化、高协作氛围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核心成员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7D5BA6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D5BA6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4A70"/>
                </a:solidFill>
                <a:latin typeface="微软雅黑"/>
                <a:ea typeface="微软雅黑"/>
              </a:rPr>
              <a:t>插入成员照片与简介占位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组织架构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管理层：____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产研：____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市场：____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职能：____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4A2E6F"/>
                </a:solidFill>
                <a:latin typeface="微软雅黑"/>
                <a:ea typeface="微软雅黑"/>
              </a:rPr>
              <a:t>协作机制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周会复盘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跨部门项目制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7D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知识库沉淀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6D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4A7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31F4E"/>
              </a:gs>
              <a:gs pos="100000">
                <a:srgbClr val="4A2E6F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