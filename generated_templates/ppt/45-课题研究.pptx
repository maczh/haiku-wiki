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E67E2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8A5A2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课题研究报告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RESEARCH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课题来源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研究设计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阶段成果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后续计划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课题来源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立项背景：____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研究设计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思路：____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方法：____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阶段成果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论文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专利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应用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后续计划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