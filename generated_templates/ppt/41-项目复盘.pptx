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项目复盘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PROJECT RETROSPECTIVE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目标回顾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结果对比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原因剖析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改进行动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目标 vs 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目标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4E79"/>
                </a:solidFill>
                <a:latin typeface="微软雅黑"/>
                <a:ea typeface="微软雅黑"/>
              </a:rPr>
              <a:t>结果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原因剖析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做得好：____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待改进：____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改进行动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行动一：____ 负责人 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行动二：____ 负责人 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