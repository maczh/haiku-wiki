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8A3F0C"/>
              </a:gs>
              <a:gs pos="100000">
                <a:srgbClr val="C25A12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E67E22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8A5A2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周年庆典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ANNIVERSARY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C25A12"/>
                </a:solidFill>
                <a:latin typeface="微软雅黑"/>
                <a:ea typeface="微软雅黑"/>
              </a:rPr>
              <a:t>庆典流程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回顾历程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荣誉时刻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展望未来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欢庆互动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C25A12"/>
                </a:solidFill>
                <a:latin typeface="微软雅黑"/>
                <a:ea typeface="微软雅黑"/>
              </a:rPr>
              <a:t>历程回顾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3291840"/>
            <a:ext cx="10332720" cy="4572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13382" y="3044952"/>
            <a:ext cx="585216" cy="585216"/>
          </a:xfrm>
          <a:prstGeom prst="ellipse">
            <a:avLst/>
          </a:prstGeom>
          <a:solidFill>
            <a:srgbClr val="C2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13382" y="3044952"/>
            <a:ext cx="585216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24003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25A12"/>
                </a:solidFill>
                <a:latin typeface="Arial"/>
                <a:ea typeface="微软雅黑"/>
              </a:rPr>
              <a:t>初创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23160"/>
            <a:ext cx="24003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7A5638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0" name="Oval 9"/>
          <p:cNvSpPr/>
          <p:nvPr/>
        </p:nvSpPr>
        <p:spPr>
          <a:xfrm>
            <a:off x="4496562" y="3044952"/>
            <a:ext cx="585216" cy="585216"/>
          </a:xfrm>
          <a:prstGeom prst="ellipse">
            <a:avLst/>
          </a:prstGeom>
          <a:solidFill>
            <a:srgbClr val="C2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6562" y="3044952"/>
            <a:ext cx="585216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9020" y="3794760"/>
            <a:ext cx="24003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25A12"/>
                </a:solidFill>
                <a:latin typeface="Arial"/>
                <a:ea typeface="微软雅黑"/>
              </a:rPr>
              <a:t>成长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9020" y="4160520"/>
            <a:ext cx="24003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7A5638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4" name="Oval 13"/>
          <p:cNvSpPr/>
          <p:nvPr/>
        </p:nvSpPr>
        <p:spPr>
          <a:xfrm>
            <a:off x="7079742" y="3044952"/>
            <a:ext cx="585216" cy="585216"/>
          </a:xfrm>
          <a:prstGeom prst="ellipse">
            <a:avLst/>
          </a:prstGeom>
          <a:solidFill>
            <a:srgbClr val="C2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79742" y="3044952"/>
            <a:ext cx="585216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057400"/>
            <a:ext cx="24003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25A12"/>
                </a:solidFill>
                <a:latin typeface="Arial"/>
                <a:ea typeface="微软雅黑"/>
              </a:rPr>
              <a:t>突破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423160"/>
            <a:ext cx="24003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7A5638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18" name="Oval 17"/>
          <p:cNvSpPr/>
          <p:nvPr/>
        </p:nvSpPr>
        <p:spPr>
          <a:xfrm>
            <a:off x="9662922" y="3044952"/>
            <a:ext cx="585216" cy="585216"/>
          </a:xfrm>
          <a:prstGeom prst="ellipse">
            <a:avLst/>
          </a:prstGeom>
          <a:solidFill>
            <a:srgbClr val="C25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62922" y="3044952"/>
            <a:ext cx="585216" cy="58521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5380" y="3794760"/>
            <a:ext cx="24003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C25A12"/>
                </a:solidFill>
                <a:latin typeface="Arial"/>
                <a:ea typeface="微软雅黑"/>
              </a:rPr>
              <a:t>今天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5380" y="4160520"/>
            <a:ext cx="24003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7A5638"/>
                </a:solidFill>
                <a:latin typeface="微软雅黑"/>
                <a:ea typeface="微软雅黑"/>
              </a:rPr>
              <a:t>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C25A12"/>
                </a:solidFill>
                <a:latin typeface="微软雅黑"/>
                <a:ea typeface="微软雅黑"/>
              </a:rPr>
              <a:t>荣誉时刻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413760" cy="2743200"/>
          </a:xfrm>
          <a:prstGeom prst="round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3413760" cy="14630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C25A12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8A3F0C"/>
                </a:solidFill>
                <a:latin typeface="微软雅黑"/>
                <a:ea typeface="微软雅黑"/>
              </a:rPr>
              <a:t>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3880" y="2194560"/>
            <a:ext cx="3413760" cy="2743200"/>
          </a:xfrm>
          <a:prstGeom prst="round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3880" y="2194560"/>
            <a:ext cx="3413760" cy="14630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38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C25A12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38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8A3F0C"/>
                </a:solidFill>
                <a:latin typeface="微软雅黑"/>
                <a:ea typeface="微软雅黑"/>
              </a:rPr>
              <a:t>客户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7680" y="2194560"/>
            <a:ext cx="3413760" cy="2743200"/>
          </a:xfrm>
          <a:prstGeom prst="round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7680" y="2194560"/>
            <a:ext cx="3413760" cy="14630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76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C25A12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76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8A3F0C"/>
                </a:solidFill>
                <a:latin typeface="微软雅黑"/>
                <a:ea typeface="微软雅黑"/>
              </a:rPr>
              <a:t>奖项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C25A12"/>
                </a:solidFill>
                <a:latin typeface="微软雅黑"/>
                <a:ea typeface="微软雅黑"/>
              </a:rPr>
              <a:t>展望未来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愿景：____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承诺：____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C25A12"/>
                </a:solidFill>
                <a:latin typeface="微软雅黑"/>
                <a:ea typeface="微软雅黑"/>
              </a:rPr>
              <a:t>欢庆互动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4480560"/>
          </a:xfrm>
          <a:prstGeom prst="roundRect">
            <a:avLst/>
          </a:prstGeom>
          <a:noFill/>
          <a:ln w="19050">
            <a:solidFill>
              <a:srgbClr val="E67E22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8813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E67E22"/>
                </a:solidFill>
                <a:latin typeface="Arial"/>
                <a:ea typeface="微软雅黑"/>
              </a:rPr>
              <a:t>图片 /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1088136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7A5638"/>
                </a:solidFill>
                <a:latin typeface="微软雅黑"/>
                <a:ea typeface="微软雅黑"/>
              </a:rPr>
              <a:t>插入庆典照片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FBE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A5638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8A3F0C"/>
              </a:gs>
              <a:gs pos="100000">
                <a:srgbClr val="C25A12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