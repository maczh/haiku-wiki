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7D5BA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新员工入职培训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欢迎致辞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公司认知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制度规范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职业发展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欢迎致辞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欢迎加入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期待共同成长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公司认知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发展历程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组织架构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业务版图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制度规范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2E6F"/>
                </a:solidFill>
                <a:latin typeface="微软雅黑"/>
                <a:ea typeface="微软雅黑"/>
              </a:rPr>
              <a:t>考勤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2E6F"/>
                </a:solidFill>
                <a:latin typeface="微软雅黑"/>
                <a:ea typeface="微软雅黑"/>
              </a:rPr>
              <a:t>福利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职业发展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双通道：____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培养计划：____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