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A4B4B"/>
              </a:gs>
              <a:gs pos="100000">
                <a:srgbClr val="0F6E6E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17A2A2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创意提案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CREATIVE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6E6E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洞察机会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创意概念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执行方案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预期效果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6E6E"/>
                </a:solidFill>
                <a:latin typeface="微软雅黑"/>
                <a:ea typeface="微软雅黑"/>
              </a:rPr>
              <a:t>洞察机会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用户洞察：____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空白：____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6E6E"/>
                </a:solidFill>
                <a:latin typeface="微软雅黑"/>
                <a:ea typeface="微软雅黑"/>
              </a:rPr>
              <a:t>创意概念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Big Idea：____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主张：____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6E6E"/>
                </a:solidFill>
                <a:latin typeface="微软雅黑"/>
                <a:ea typeface="微软雅黑"/>
              </a:rPr>
              <a:t>执行方案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4480560"/>
          </a:xfrm>
          <a:prstGeom prst="roundRect">
            <a:avLst/>
          </a:prstGeom>
          <a:noFill/>
          <a:ln w="19050">
            <a:solidFill>
              <a:srgbClr val="17A2A2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8813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7A2A2"/>
                </a:solidFill>
                <a:latin typeface="Arial"/>
                <a:ea typeface="微软雅黑"/>
              </a:rPr>
              <a:t>图片 /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10881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4A6B6B"/>
                </a:solidFill>
                <a:latin typeface="微软雅黑"/>
                <a:ea typeface="微软雅黑"/>
              </a:rPr>
              <a:t>插入创意视觉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6E6E"/>
                </a:solidFill>
                <a:latin typeface="微软雅黑"/>
                <a:ea typeface="微软雅黑"/>
              </a:rPr>
              <a:t>预期效果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指标：____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价值：____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A4B4B"/>
              </a:gs>
              <a:gs pos="100000">
                <a:srgbClr val="0F6E6E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