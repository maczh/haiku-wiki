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9534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培训课件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TRAINING COURSEWARE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课程目标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知识讲解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案例演示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互动练习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课程目标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理解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掌握 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能应用 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知识讲解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概念：____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原理：____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方法：____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案例演示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D9534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9534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A4A44"/>
                </a:solidFill>
                <a:latin typeface="微软雅黑"/>
                <a:ea typeface="微软雅黑"/>
              </a:rPr>
              <a:t>插入案例图示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互动练习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练习一：____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练习二：____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