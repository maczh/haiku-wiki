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6708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B08D57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PROJECT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进展概览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成果亮点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风险与计划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目标：____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范围：____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干系人：____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13382" y="3044952"/>
            <a:ext cx="585216" cy="585216"/>
          </a:xfrm>
          <a:prstGeom prst="ellipse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1338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C3E50"/>
                </a:solidFill>
                <a:latin typeface="Arial"/>
                <a:ea typeface="微软雅黑"/>
              </a:rPr>
              <a:t>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E6B7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4496562" y="3044952"/>
            <a:ext cx="585216" cy="585216"/>
          </a:xfrm>
          <a:prstGeom prst="ellipse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656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902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C3E50"/>
                </a:solidFill>
                <a:latin typeface="Arial"/>
                <a:ea typeface="微软雅黑"/>
              </a:rPr>
              <a:t>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902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E6B7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7079742" y="3044952"/>
            <a:ext cx="585216" cy="585216"/>
          </a:xfrm>
          <a:prstGeom prst="ellipse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974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C3E50"/>
                </a:solidFill>
                <a:latin typeface="Arial"/>
                <a:ea typeface="微软雅黑"/>
              </a:rPr>
              <a:t>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E6B7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Oval 17"/>
          <p:cNvSpPr/>
          <p:nvPr/>
        </p:nvSpPr>
        <p:spPr>
          <a:xfrm>
            <a:off x="9662922" y="3044952"/>
            <a:ext cx="585216" cy="585216"/>
          </a:xfrm>
          <a:prstGeom prst="ellipse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292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538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C3E50"/>
                </a:solidFill>
                <a:latin typeface="Arial"/>
                <a:ea typeface="微软雅黑"/>
              </a:rPr>
              <a:t>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E6B7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阶段成果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C3E50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A38"/>
                </a:solidFill>
                <a:latin typeface="微软雅黑"/>
                <a:ea typeface="微软雅黑"/>
              </a:rPr>
              <a:t>进度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C3E5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A38"/>
                </a:solidFill>
                <a:latin typeface="微软雅黑"/>
                <a:ea typeface="微软雅黑"/>
              </a:rPr>
              <a:t>交付物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C3E5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A38"/>
                </a:solidFill>
                <a:latin typeface="微软雅黑"/>
                <a:ea typeface="微软雅黑"/>
              </a:rPr>
              <a:t>满意度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风险与对策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3E50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3E50"/>
                </a:solidFill>
                <a:latin typeface="微软雅黑"/>
                <a:ea typeface="微软雅黑"/>
              </a:rPr>
              <a:t>对策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