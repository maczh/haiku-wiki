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56708A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B08D57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校园招聘宣讲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CAMPUS RECRUITMENT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走近公司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业务舞台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人才培养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加入我们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走近公司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简介：____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亮点：____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业务舞台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方向：____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项目：____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人才培养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导师制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轮岗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晋升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C3E50"/>
                </a:solidFill>
                <a:latin typeface="微软雅黑"/>
                <a:ea typeface="微软雅黑"/>
              </a:rPr>
              <a:t>加入我们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岗位：____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567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62626"/>
                </a:solidFill>
                <a:latin typeface="微软雅黑"/>
                <a:ea typeface="微软雅黑"/>
              </a:rPr>
              <a:t>投递：____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E3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E6B78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B2A38"/>
              </a:gs>
              <a:gs pos="100000">
                <a:srgbClr val="2C3E50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