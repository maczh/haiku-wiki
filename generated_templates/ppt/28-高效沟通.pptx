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A2470"/>
              </a:gs>
              <a:gs pos="100000">
                <a:srgbClr val="283593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3F51B5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高效沟通培训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EFFECTIVE COMMUNICATION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83593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沟通模型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倾听技巧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表达技巧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冲突处理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83593"/>
                </a:solidFill>
                <a:latin typeface="微软雅黑"/>
                <a:ea typeface="微软雅黑"/>
              </a:rPr>
              <a:t>沟通模型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编码-渠道-解码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反馈闭环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83593"/>
                </a:solidFill>
                <a:latin typeface="微软雅黑"/>
                <a:ea typeface="微软雅黑"/>
              </a:rPr>
              <a:t>倾听技巧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专注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复述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共情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83593"/>
                </a:solidFill>
                <a:latin typeface="微软雅黑"/>
                <a:ea typeface="微软雅黑"/>
              </a:rPr>
              <a:t>表达技巧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结论先行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结构化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83593"/>
                </a:solidFill>
                <a:latin typeface="微软雅黑"/>
                <a:ea typeface="微软雅黑"/>
              </a:rPr>
              <a:t>冲突处理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对事不对人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寻求共赢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A2470"/>
              </a:gs>
              <a:gs pos="100000">
                <a:srgbClr val="283593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