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7D5BA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选题背景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研究内容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总结致谢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选题背景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来源：____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意义：____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研究内容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章节一：____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章节二：____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创新一：____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创新二：____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总结致谢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总结：____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感谢导师与评委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