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营销策划方案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MARKETING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目标与人群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策略创意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渠道排期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预算评估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目标与人群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2E6F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曝光____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转化____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2E6F"/>
                </a:solidFill>
                <a:latin typeface="微软雅黑"/>
                <a:ea typeface="微软雅黑"/>
              </a:rPr>
              <a:t>人群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策略创意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主题：____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主张：____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形式：____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节奏排期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1338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338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预热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449656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56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引爆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02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707974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974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持续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Oval 17"/>
          <p:cNvSpPr/>
          <p:nvPr/>
        </p:nvSpPr>
        <p:spPr>
          <a:xfrm>
            <a:off x="9662922" y="3044952"/>
            <a:ext cx="585216" cy="585216"/>
          </a:xfrm>
          <a:prstGeom prst="ellipse">
            <a:avLst/>
          </a:prstGeom>
          <a:solidFill>
            <a:srgbClr val="4A2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92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8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2E6F"/>
                </a:solidFill>
                <a:latin typeface="Arial"/>
                <a:ea typeface="微软雅黑"/>
              </a:rPr>
              <a:t>收尾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4A70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预算分配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投放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活动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4A2E6F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1F4E"/>
                </a:solidFill>
                <a:latin typeface="微软雅黑"/>
                <a:ea typeface="微软雅黑"/>
              </a:rPr>
              <a:t>预留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