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40E3A"/>
              </a:gs>
              <a:gs pos="100000">
                <a:srgbClr val="AD1457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D81B6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数据分析报告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分析背景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数据概览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深度洞察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行动建议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分析背景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目的：____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数据来源：____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数据概览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样本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均值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转化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深度洞察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发现一：____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发现二：____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行动建议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建议一：____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建议二：____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40E3A"/>
              </a:gs>
              <a:gs pos="100000">
                <a:srgbClr val="AD1457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