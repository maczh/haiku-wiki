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03E31"/>
              </a:gs>
              <a:gs pos="100000">
                <a:srgbClr val="1B5E4B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2E8B6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岗位竞聘演讲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JOB COMPETITION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B5E4B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个人简介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岗位理解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履职规划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承诺表态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B5E4B"/>
                </a:solidFill>
                <a:latin typeface="微软雅黑"/>
                <a:ea typeface="微软雅黑"/>
              </a:rPr>
              <a:t>个人简介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资历：____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业绩：____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B5E4B"/>
                </a:solidFill>
                <a:latin typeface="微软雅黑"/>
                <a:ea typeface="微软雅黑"/>
              </a:rPr>
              <a:t>岗位理解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职责：____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挑战：____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B5E4B"/>
                </a:solidFill>
                <a:latin typeface="微软雅黑"/>
                <a:ea typeface="微软雅黑"/>
              </a:rPr>
              <a:t>履职规划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短期：____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长期：____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B5E4B"/>
                </a:solidFill>
                <a:latin typeface="微软雅黑"/>
                <a:ea typeface="微软雅黑"/>
              </a:rPr>
              <a:t>承诺表态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若能当选，将 ____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03E31"/>
              </a:gs>
              <a:gs pos="100000">
                <a:srgbClr val="1B5E4B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