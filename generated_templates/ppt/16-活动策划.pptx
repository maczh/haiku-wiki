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17A2A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活动策划方案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EVENT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活动概况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流程设计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宣传推广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预算风控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活动概况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主题：____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时间：____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规模：____ 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流程设计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13382" y="3044952"/>
            <a:ext cx="585216" cy="585216"/>
          </a:xfrm>
          <a:prstGeom prst="ellipse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1338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6E6E"/>
                </a:solidFill>
                <a:latin typeface="Arial"/>
                <a:ea typeface="微软雅黑"/>
              </a:rPr>
              <a:t>签到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6B6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4496562" y="3044952"/>
            <a:ext cx="585216" cy="585216"/>
          </a:xfrm>
          <a:prstGeom prst="ellipse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656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902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6E6E"/>
                </a:solidFill>
                <a:latin typeface="Arial"/>
                <a:ea typeface="微软雅黑"/>
              </a:rPr>
              <a:t>开场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902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6B6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7079742" y="3044952"/>
            <a:ext cx="585216" cy="585216"/>
          </a:xfrm>
          <a:prstGeom prst="ellipse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974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6E6E"/>
                </a:solidFill>
                <a:latin typeface="Arial"/>
                <a:ea typeface="微软雅黑"/>
              </a:rPr>
              <a:t>主体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6B6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Oval 17"/>
          <p:cNvSpPr/>
          <p:nvPr/>
        </p:nvSpPr>
        <p:spPr>
          <a:xfrm>
            <a:off x="9662922" y="3044952"/>
            <a:ext cx="585216" cy="585216"/>
          </a:xfrm>
          <a:prstGeom prst="ellipse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292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538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6E6E"/>
                </a:solidFill>
                <a:latin typeface="Arial"/>
                <a:ea typeface="微软雅黑"/>
              </a:rPr>
              <a:t>收尾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6B6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宣传推广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6E6E"/>
                </a:solidFill>
                <a:latin typeface="微软雅黑"/>
                <a:ea typeface="微软雅黑"/>
              </a:rPr>
              <a:t>线上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6E6E"/>
                </a:solidFill>
                <a:latin typeface="微软雅黑"/>
                <a:ea typeface="微软雅黑"/>
              </a:rPr>
              <a:t>线下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F6E6E"/>
                </a:solidFill>
                <a:latin typeface="微软雅黑"/>
                <a:ea typeface="微软雅黑"/>
              </a:rPr>
              <a:t>预算与风控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预算：____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17A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风险：____，预案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4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6B6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A4B4B"/>
              </a:gs>
              <a:gs pos="100000">
                <a:srgbClr val="0F6E6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