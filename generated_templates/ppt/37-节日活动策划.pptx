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6708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B08D57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节日活动策划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FESTIVAL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活动主题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氛围布置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互动环节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传播复盘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活动主题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主题：____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口号：____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氛围布置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56708A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56708A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E6B78"/>
                </a:solidFill>
                <a:latin typeface="微软雅黑"/>
                <a:ea typeface="微软雅黑"/>
              </a:rPr>
              <a:t>插入场景布置图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互动环节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游戏：____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礼品：____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传播复盘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渠道：____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指标：____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