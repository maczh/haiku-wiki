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社会责任报告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CSR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责任理念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环境保护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社会贡献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员工关怀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责任理念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使命：____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方针：____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环境保护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减排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节能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社会贡献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公益：____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帮扶：____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员工关怀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健康：____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成长：____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