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211"/>
              </a:gs>
              <a:gs pos="100000">
                <a:srgbClr val="33691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558B2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融资路演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PITCH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我们做什么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为什么现在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怎么赚钱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融资需求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我们做什么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一句话：____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为 ____ 提供 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为什么现在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280660" cy="2743200"/>
          </a:xfrm>
          <a:prstGeom prst="round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280660" cy="146304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33691E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4211"/>
                </a:solidFill>
                <a:latin typeface="微软雅黑"/>
                <a:ea typeface="微软雅黑"/>
              </a:rPr>
              <a:t>市场增速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2194560"/>
            <a:ext cx="5280660" cy="2743200"/>
          </a:xfrm>
          <a:prstGeom prst="round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0780" y="2194560"/>
            <a:ext cx="5280660" cy="146304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07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33691E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07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4211"/>
                </a:solidFill>
                <a:latin typeface="微软雅黑"/>
                <a:ea typeface="微软雅黑"/>
              </a:rPr>
              <a:t>窗口期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怎么赚钱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收入来源：____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单位经济：____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融资需求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本轮 ____，估值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资金用于 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211"/>
              </a:gs>
              <a:gs pos="100000">
                <a:srgbClr val="33691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