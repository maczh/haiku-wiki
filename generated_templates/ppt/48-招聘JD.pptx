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3F51B5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岗位招聘说明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JOB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岗位概览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岗位职责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任职要求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薪酬福利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应聘方式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岗位职责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职责一：____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职责二：____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任职要求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学历/经验：____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技能：____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薪酬福利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83593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2470"/>
                </a:solidFill>
                <a:latin typeface="微软雅黑"/>
                <a:ea typeface="微软雅黑"/>
              </a:rPr>
              <a:t>月薪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83593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2470"/>
                </a:solidFill>
                <a:latin typeface="微软雅黑"/>
                <a:ea typeface="微软雅黑"/>
              </a:rPr>
              <a:t>奖金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283593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A2470"/>
                </a:solidFill>
                <a:latin typeface="微软雅黑"/>
                <a:ea typeface="微软雅黑"/>
              </a:rPr>
              <a:t>福利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83593"/>
                </a:solidFill>
                <a:latin typeface="微软雅黑"/>
                <a:ea typeface="微软雅黑"/>
              </a:rPr>
              <a:t>应聘方式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邮箱：____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截止：____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DE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5480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A2470"/>
              </a:gs>
              <a:gs pos="100000">
                <a:srgbClr val="283593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