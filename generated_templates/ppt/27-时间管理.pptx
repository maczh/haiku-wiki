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B2A38"/>
              </a:gs>
              <a:gs pos="100000">
                <a:srgbClr val="2C3E5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56708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B08D57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时间管理培训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为何管理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方法工具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实践演练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习惯养成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为何管理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痛点：____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价值：____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方法工具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C3E50"/>
                </a:solidFill>
                <a:latin typeface="微软雅黑"/>
                <a:ea typeface="微软雅黑"/>
              </a:rPr>
              <a:t>方法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四象限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番茄钟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C3E50"/>
                </a:solidFill>
                <a:latin typeface="微软雅黑"/>
                <a:ea typeface="微软雅黑"/>
              </a:rPr>
              <a:t>工具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清单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日历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实践演练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演练一：____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演练二：____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习惯养成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每日复盘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周计划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B2A38"/>
              </a:gs>
              <a:gs pos="100000">
                <a:srgbClr val="2C3E5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