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F4211"/>
              </a:gs>
              <a:gs pos="100000">
                <a:srgbClr val="33691E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558B2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短视频运营方案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SHORT VIDEO 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3691E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账号定位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内容规划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爆款逻辑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数据复盘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3691E"/>
                </a:solidFill>
                <a:latin typeface="微软雅黑"/>
                <a:ea typeface="微软雅黑"/>
              </a:rPr>
              <a:t>账号定位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人设：____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垂类：____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3691E"/>
                </a:solidFill>
                <a:latin typeface="微软雅黑"/>
                <a:ea typeface="微软雅黑"/>
              </a:rPr>
              <a:t>内容规划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栏目一：____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栏目二：____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3691E"/>
                </a:solidFill>
                <a:latin typeface="微软雅黑"/>
                <a:ea typeface="微软雅黑"/>
              </a:rPr>
              <a:t>爆款逻辑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4480560"/>
          </a:xfrm>
          <a:prstGeom prst="roundRect">
            <a:avLst/>
          </a:prstGeom>
          <a:noFill/>
          <a:ln w="19050">
            <a:solidFill>
              <a:srgbClr val="558B2F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8813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558B2F"/>
                </a:solidFill>
                <a:latin typeface="Arial"/>
                <a:ea typeface="微软雅黑"/>
              </a:rPr>
              <a:t>图片 /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4F6B3F"/>
                </a:solidFill>
                <a:latin typeface="微软雅黑"/>
                <a:ea typeface="微软雅黑"/>
              </a:rPr>
              <a:t>插入内容矩阵图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3691E"/>
                </a:solidFill>
                <a:latin typeface="微软雅黑"/>
                <a:ea typeface="微软雅黑"/>
              </a:rPr>
              <a:t>数据复盘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413760" cy="2743200"/>
          </a:xfrm>
          <a:prstGeom prst="round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3413760" cy="146304"/>
          </a:xfrm>
          <a:prstGeom prst="rect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33691E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F4211"/>
                </a:solidFill>
                <a:latin typeface="微软雅黑"/>
                <a:ea typeface="微软雅黑"/>
              </a:rPr>
              <a:t>播放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2194560"/>
            <a:ext cx="3413760" cy="2743200"/>
          </a:xfrm>
          <a:prstGeom prst="round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3880" y="2194560"/>
            <a:ext cx="3413760" cy="146304"/>
          </a:xfrm>
          <a:prstGeom prst="rect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38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33691E"/>
                </a:solidFill>
                <a:latin typeface="Arial"/>
                <a:ea typeface="微软雅黑"/>
              </a:rPr>
              <a:t>____%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38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F4211"/>
                </a:solidFill>
                <a:latin typeface="微软雅黑"/>
                <a:ea typeface="微软雅黑"/>
              </a:rPr>
              <a:t>完播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7680" y="2194560"/>
            <a:ext cx="3413760" cy="2743200"/>
          </a:xfrm>
          <a:prstGeom prst="round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680" y="2194560"/>
            <a:ext cx="3413760" cy="146304"/>
          </a:xfrm>
          <a:prstGeom prst="rect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76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33691E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76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F4211"/>
                </a:solidFill>
                <a:latin typeface="微软雅黑"/>
                <a:ea typeface="微软雅黑"/>
              </a:rPr>
              <a:t>涨粉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F4211"/>
              </a:gs>
              <a:gs pos="100000">
                <a:srgbClr val="33691E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