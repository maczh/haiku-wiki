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33A5B"/>
              </a:gs>
              <a:gs pos="100000">
                <a:srgbClr val="1F4E79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2E75B6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私域运营方案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PRIVATE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私域价值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引流沉淀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社群运营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转化裂变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私域价值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复购：____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成本：____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引流沉淀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渠道：____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钩子：____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社群运营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</a:rPr>
              <a:t>内容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</a:rPr>
              <a:t>活动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转化裂变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280660" cy="27432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528066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52806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F4E79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2806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3A5B"/>
                </a:solidFill>
                <a:latin typeface="微软雅黑"/>
                <a:ea typeface="微软雅黑"/>
              </a:rPr>
              <a:t>GMV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2194560"/>
            <a:ext cx="5280660" cy="27432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0780" y="2194560"/>
            <a:ext cx="528066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0780" y="2697480"/>
            <a:ext cx="52806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F4E79"/>
                </a:solidFill>
                <a:latin typeface="Arial"/>
                <a:ea typeface="微软雅黑"/>
              </a:rPr>
              <a:t>____%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0780" y="4023360"/>
            <a:ext cx="52806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3A5B"/>
                </a:solidFill>
                <a:latin typeface="微软雅黑"/>
                <a:ea typeface="微软雅黑"/>
              </a:rPr>
              <a:t>复购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33A5B"/>
              </a:gs>
              <a:gs pos="100000">
                <a:srgbClr val="1F4E79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