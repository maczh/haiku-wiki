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8B6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数字化转型方案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DIGITAL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转型动因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蓝图设计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实施路径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价值收益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转型动因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痛点：____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趋势：____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蓝图设计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数据底座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业务线上化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智能决策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实施路径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43912" y="3044952"/>
            <a:ext cx="585216" cy="585216"/>
          </a:xfrm>
          <a:prstGeom prst="ellipse">
            <a:avLst/>
          </a:prstGeom>
          <a:solidFill>
            <a:srgbClr val="1B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391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5E4B"/>
                </a:solidFill>
                <a:latin typeface="Arial"/>
                <a:ea typeface="微软雅黑"/>
              </a:rPr>
              <a:t>试点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F6B5F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5788152" y="3044952"/>
            <a:ext cx="585216" cy="585216"/>
          </a:xfrm>
          <a:prstGeom prst="ellipse">
            <a:avLst/>
          </a:prstGeom>
          <a:solidFill>
            <a:srgbClr val="1B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8815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379476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5E4B"/>
                </a:solidFill>
                <a:latin typeface="Arial"/>
                <a:ea typeface="微软雅黑"/>
              </a:rPr>
              <a:t>推广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0080" y="416052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F6B5F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9232392" y="3044952"/>
            <a:ext cx="585216" cy="585216"/>
          </a:xfrm>
          <a:prstGeom prst="ellipse">
            <a:avLst/>
          </a:prstGeom>
          <a:solidFill>
            <a:srgbClr val="1B5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239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4320" y="2057400"/>
            <a:ext cx="326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B5E4B"/>
                </a:solidFill>
                <a:latin typeface="Arial"/>
                <a:ea typeface="微软雅黑"/>
              </a:rPr>
              <a:t>深化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320" y="2423160"/>
            <a:ext cx="32613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4F6B5F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价值收益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2806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2806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2194560"/>
            <a:ext cx="52806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0780" y="2194560"/>
            <a:ext cx="52806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0780" y="2697480"/>
            <a:ext cx="52806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0780" y="4023360"/>
            <a:ext cx="52806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成本下降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