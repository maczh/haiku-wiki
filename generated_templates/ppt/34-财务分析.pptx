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财务分析报告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经营成果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盈利能力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偿债运营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风险预警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经营成果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营收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利润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增长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盈利能力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毛利率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净利率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偿债与运营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流动比率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周转天数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风险预警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关注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建议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