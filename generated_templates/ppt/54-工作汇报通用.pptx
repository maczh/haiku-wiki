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31F4E"/>
              </a:gs>
              <a:gs pos="100000">
                <a:srgbClr val="4A2E6F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7D5BA6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C9A24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工作汇报（通用）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WORK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4A2E6F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工作概览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重点成果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问题挑战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下一步计划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4A2E6F"/>
                </a:solidFill>
                <a:latin typeface="微软雅黑"/>
                <a:ea typeface="微软雅黑"/>
              </a:rPr>
              <a:t>工作概览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本期聚焦 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完成 ____ 项任务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4A2E6F"/>
                </a:solidFill>
                <a:latin typeface="微软雅黑"/>
                <a:ea typeface="微软雅黑"/>
              </a:rPr>
              <a:t>重点成果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413760" cy="2743200"/>
          </a:xfrm>
          <a:prstGeom prst="round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3413760" cy="146304"/>
          </a:xfrm>
          <a:prstGeom prst="rect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4A2E6F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331F4E"/>
                </a:solidFill>
                <a:latin typeface="微软雅黑"/>
                <a:ea typeface="微软雅黑"/>
              </a:rPr>
              <a:t>指标A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3880" y="2194560"/>
            <a:ext cx="3413760" cy="2743200"/>
          </a:xfrm>
          <a:prstGeom prst="round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3880" y="2194560"/>
            <a:ext cx="3413760" cy="146304"/>
          </a:xfrm>
          <a:prstGeom prst="rect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38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4A2E6F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38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331F4E"/>
                </a:solidFill>
                <a:latin typeface="微软雅黑"/>
                <a:ea typeface="微软雅黑"/>
              </a:rPr>
              <a:t>指标B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7680" y="2194560"/>
            <a:ext cx="3413760" cy="2743200"/>
          </a:xfrm>
          <a:prstGeom prst="round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7680" y="2194560"/>
            <a:ext cx="3413760" cy="146304"/>
          </a:xfrm>
          <a:prstGeom prst="rect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76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4A2E6F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76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331F4E"/>
                </a:solidFill>
                <a:latin typeface="微软雅黑"/>
                <a:ea typeface="微软雅黑"/>
              </a:rPr>
              <a:t>指标C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4A2E6F"/>
                </a:solidFill>
                <a:latin typeface="微软雅黑"/>
                <a:ea typeface="微软雅黑"/>
              </a:rPr>
              <a:t>问题挑战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挑战：____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应对：____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4A2E6F"/>
                </a:solidFill>
                <a:latin typeface="微软雅黑"/>
                <a:ea typeface="微软雅黑"/>
              </a:rPr>
              <a:t>下一步计划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3291840"/>
            <a:ext cx="10332720" cy="45720"/>
          </a:xfrm>
          <a:prstGeom prst="rect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43912" y="3044952"/>
            <a:ext cx="585216" cy="585216"/>
          </a:xfrm>
          <a:prstGeom prst="ellipse">
            <a:avLst/>
          </a:prstGeom>
          <a:solidFill>
            <a:srgbClr val="4A2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43912" y="3044952"/>
            <a:ext cx="585216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32613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4A2E6F"/>
                </a:solidFill>
                <a:latin typeface="Arial"/>
                <a:ea typeface="微软雅黑"/>
              </a:rPr>
              <a:t>近期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326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B4A70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0" name="Oval 9"/>
          <p:cNvSpPr/>
          <p:nvPr/>
        </p:nvSpPr>
        <p:spPr>
          <a:xfrm>
            <a:off x="5788152" y="3044952"/>
            <a:ext cx="585216" cy="585216"/>
          </a:xfrm>
          <a:prstGeom prst="ellipse">
            <a:avLst/>
          </a:prstGeom>
          <a:solidFill>
            <a:srgbClr val="4A2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88152" y="3044952"/>
            <a:ext cx="585216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0080" y="3794760"/>
            <a:ext cx="32613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4A2E6F"/>
                </a:solidFill>
                <a:latin typeface="Arial"/>
                <a:ea typeface="微软雅黑"/>
              </a:rPr>
              <a:t>中期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0080" y="4160520"/>
            <a:ext cx="326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B4A70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4" name="Oval 13"/>
          <p:cNvSpPr/>
          <p:nvPr/>
        </p:nvSpPr>
        <p:spPr>
          <a:xfrm>
            <a:off x="9232392" y="3044952"/>
            <a:ext cx="585216" cy="585216"/>
          </a:xfrm>
          <a:prstGeom prst="ellipse">
            <a:avLst/>
          </a:prstGeom>
          <a:solidFill>
            <a:srgbClr val="4A2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2392" y="3044952"/>
            <a:ext cx="585216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4320" y="2057400"/>
            <a:ext cx="32613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4A2E6F"/>
                </a:solidFill>
                <a:latin typeface="Arial"/>
                <a:ea typeface="微软雅黑"/>
              </a:rPr>
              <a:t>远期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4320" y="2423160"/>
            <a:ext cx="326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B4A70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31F4E"/>
              </a:gs>
              <a:gs pos="100000">
                <a:srgbClr val="4A2E6F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