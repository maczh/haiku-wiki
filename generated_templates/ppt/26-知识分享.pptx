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A4B4B"/>
              </a:gs>
              <a:gs pos="100000">
                <a:srgbClr val="0F6E6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17A2A2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知识分享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KNOWLEDGE SHARING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主题背景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核心内容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实践案例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总结答疑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主题背景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为什么分享 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适用场景 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核心内容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要点一：____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要点二：____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实践案例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4480560"/>
          </a:xfrm>
          <a:prstGeom prst="roundRect">
            <a:avLst/>
          </a:prstGeom>
          <a:noFill/>
          <a:ln w="19050">
            <a:solidFill>
              <a:srgbClr val="17A2A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7A2A2"/>
                </a:solidFill>
                <a:latin typeface="Arial"/>
                <a:ea typeface="微软雅黑"/>
              </a:rPr>
              <a:t>图片 /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4A6B6B"/>
                </a:solidFill>
                <a:latin typeface="微软雅黑"/>
                <a:ea typeface="微软雅黑"/>
              </a:rPr>
              <a:t>插入实践截图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总结答疑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小结：____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Q&amp;A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A4B4B"/>
              </a:gs>
              <a:gs pos="100000">
                <a:srgbClr val="0F6E6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