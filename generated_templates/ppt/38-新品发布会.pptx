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1A2470"/>
              </a:gs>
              <a:gs pos="100000">
                <a:srgbClr val="283593"/>
              </a:gs>
            </a:gsLst>
            <a:lin ang="36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097280"/>
            <a:ext cx="3291840" cy="3291840"/>
          </a:xfrm>
          <a:prstGeom prst="ellipse">
            <a:avLst/>
          </a:prstGeom>
          <a:solidFill>
            <a:srgbClr val="3F51B5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89920" y="4206240"/>
            <a:ext cx="2377440" cy="2377440"/>
          </a:xfrm>
          <a:prstGeom prst="ellipse">
            <a:avLst/>
          </a:prstGeom>
          <a:solidFill>
            <a:srgbClr val="C9A24B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2148840"/>
            <a:ext cx="201168" cy="155448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03120"/>
            <a:ext cx="9601200" cy="1645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4600" b="1" i="0">
                <a:solidFill>
                  <a:srgbClr val="FFFFFF"/>
                </a:solidFill>
                <a:latin typeface="微软雅黑"/>
                <a:ea typeface="微软雅黑"/>
              </a:rPr>
              <a:t>新品发布会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1872" y="3794760"/>
            <a:ext cx="96012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DCE6F1"/>
                </a:solidFill>
                <a:latin typeface="Arial"/>
                <a:ea typeface="微软雅黑"/>
              </a:rPr>
              <a:t>PRODUCT LAUNCH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5806440"/>
            <a:ext cx="9144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AFC4DC"/>
                </a:solidFill>
                <a:latin typeface="Arial"/>
                <a:ea typeface="微软雅黑"/>
              </a:rPr>
              <a:t>寄海文库 · 模板中心   | 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283593"/>
                </a:solidFill>
                <a:latin typeface="微软雅黑"/>
                <a:ea typeface="微软雅黑"/>
              </a:rPr>
              <a:t>目录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DDE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发布背景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产品亮点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2926079"/>
            <a:ext cx="292608" cy="292608"/>
          </a:xfrm>
          <a:prstGeom prst="ellipse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907791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871215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价格权益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3584447"/>
            <a:ext cx="292608" cy="292608"/>
          </a:xfrm>
          <a:prstGeom prst="ellipse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566159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529583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上市节奏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DDE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4A5480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4A5480"/>
                </a:solidFill>
                <a:latin typeface="Arial"/>
                <a:ea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283593"/>
                </a:solidFill>
                <a:latin typeface="微软雅黑"/>
                <a:ea typeface="微软雅黑"/>
              </a:rPr>
              <a:t>发布背景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DDE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时机：____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人群：____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DDE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4A5480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4A5480"/>
                </a:solidFill>
                <a:latin typeface="Arial"/>
                <a:ea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283593"/>
                </a:solidFill>
                <a:latin typeface="微软雅黑"/>
                <a:ea typeface="微软雅黑"/>
              </a:rPr>
              <a:t>产品亮点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DDE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10881360" cy="4480560"/>
          </a:xfrm>
          <a:prstGeom prst="roundRect">
            <a:avLst/>
          </a:prstGeom>
          <a:noFill/>
          <a:ln w="19050">
            <a:solidFill>
              <a:srgbClr val="3F51B5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108960"/>
            <a:ext cx="1088136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3F51B5"/>
                </a:solidFill>
                <a:latin typeface="Arial"/>
                <a:ea typeface="微软雅黑"/>
              </a:rPr>
              <a:t>图片 / IMAGE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94760"/>
            <a:ext cx="1088136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4A5480"/>
                </a:solidFill>
                <a:latin typeface="微软雅黑"/>
                <a:ea typeface="微软雅黑"/>
              </a:rPr>
              <a:t>插入新品图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DDE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4A5480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4A5480"/>
                </a:solidFill>
                <a:latin typeface="Arial"/>
                <a:ea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283593"/>
                </a:solidFill>
                <a:latin typeface="微软雅黑"/>
                <a:ea typeface="微软雅黑"/>
              </a:rPr>
              <a:t>价格权益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DDE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2194560"/>
            <a:ext cx="3413760" cy="2743200"/>
          </a:xfrm>
          <a:prstGeom prst="roundRect">
            <a:avLst/>
          </a:prstGeom>
          <a:solidFill>
            <a:srgbClr val="DDE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194560"/>
            <a:ext cx="3413760" cy="146304"/>
          </a:xfrm>
          <a:prstGeom prst="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697480"/>
            <a:ext cx="3413760" cy="12801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4600" b="1" i="0">
                <a:solidFill>
                  <a:srgbClr val="283593"/>
                </a:solidFill>
                <a:latin typeface="Arial"/>
                <a:ea typeface="微软雅黑"/>
              </a:rPr>
              <a:t>____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23360"/>
            <a:ext cx="341376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1A2470"/>
                </a:solidFill>
                <a:latin typeface="微软雅黑"/>
                <a:ea typeface="微软雅黑"/>
              </a:rPr>
              <a:t>定价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3880" y="2194560"/>
            <a:ext cx="3413760" cy="2743200"/>
          </a:xfrm>
          <a:prstGeom prst="roundRect">
            <a:avLst/>
          </a:prstGeom>
          <a:solidFill>
            <a:srgbClr val="DDE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73880" y="2194560"/>
            <a:ext cx="3413760" cy="146304"/>
          </a:xfrm>
          <a:prstGeom prst="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73880" y="2697480"/>
            <a:ext cx="3413760" cy="12801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4600" b="1" i="0">
                <a:solidFill>
                  <a:srgbClr val="283593"/>
                </a:solidFill>
                <a:latin typeface="Arial"/>
                <a:ea typeface="微软雅黑"/>
              </a:rPr>
              <a:t>____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3880" y="4023360"/>
            <a:ext cx="341376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1A2470"/>
                </a:solidFill>
                <a:latin typeface="微软雅黑"/>
                <a:ea typeface="微软雅黑"/>
              </a:rPr>
              <a:t>首发价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7680" y="2194560"/>
            <a:ext cx="3413760" cy="2743200"/>
          </a:xfrm>
          <a:prstGeom prst="roundRect">
            <a:avLst/>
          </a:prstGeom>
          <a:solidFill>
            <a:srgbClr val="DDE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07680" y="2194560"/>
            <a:ext cx="3413760" cy="146304"/>
          </a:xfrm>
          <a:prstGeom prst="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07680" y="2697480"/>
            <a:ext cx="3413760" cy="12801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4600" b="1" i="0">
                <a:solidFill>
                  <a:srgbClr val="283593"/>
                </a:solidFill>
                <a:latin typeface="Arial"/>
                <a:ea typeface="微软雅黑"/>
              </a:rPr>
              <a:t>____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07680" y="4023360"/>
            <a:ext cx="341376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1A2470"/>
                </a:solidFill>
                <a:latin typeface="微软雅黑"/>
                <a:ea typeface="微软雅黑"/>
              </a:rPr>
              <a:t>赠品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DDE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4A5480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4A5480"/>
                </a:solidFill>
                <a:latin typeface="Arial"/>
                <a:ea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283593"/>
                </a:solidFill>
                <a:latin typeface="微软雅黑"/>
                <a:ea typeface="微软雅黑"/>
              </a:rPr>
              <a:t>上市节奏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DDE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3291840"/>
            <a:ext cx="10332720" cy="45720"/>
          </a:xfrm>
          <a:prstGeom prst="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343912" y="3044952"/>
            <a:ext cx="585216" cy="585216"/>
          </a:xfrm>
          <a:prstGeom prst="ellipse">
            <a:avLst/>
          </a:prstGeom>
          <a:solidFill>
            <a:srgbClr val="2835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343912" y="3044952"/>
            <a:ext cx="585216" cy="58521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057400"/>
            <a:ext cx="326136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283593"/>
                </a:solidFill>
                <a:latin typeface="Arial"/>
                <a:ea typeface="微软雅黑"/>
              </a:rPr>
              <a:t>预热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423160"/>
            <a:ext cx="326136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4A5480"/>
                </a:solidFill>
                <a:latin typeface="微软雅黑"/>
                <a:ea typeface="微软雅黑"/>
              </a:rPr>
              <a:t>____</a:t>
            </a:r>
          </a:p>
        </p:txBody>
      </p:sp>
      <p:sp>
        <p:nvSpPr>
          <p:cNvPr id="10" name="Oval 9"/>
          <p:cNvSpPr/>
          <p:nvPr/>
        </p:nvSpPr>
        <p:spPr>
          <a:xfrm>
            <a:off x="5788152" y="3044952"/>
            <a:ext cx="585216" cy="585216"/>
          </a:xfrm>
          <a:prstGeom prst="ellipse">
            <a:avLst/>
          </a:prstGeom>
          <a:solidFill>
            <a:srgbClr val="2835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88152" y="3044952"/>
            <a:ext cx="585216" cy="58521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50080" y="3794760"/>
            <a:ext cx="326136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283593"/>
                </a:solidFill>
                <a:latin typeface="Arial"/>
                <a:ea typeface="微软雅黑"/>
              </a:rPr>
              <a:t>首发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50080" y="4160520"/>
            <a:ext cx="326136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4A5480"/>
                </a:solidFill>
                <a:latin typeface="微软雅黑"/>
                <a:ea typeface="微软雅黑"/>
              </a:rPr>
              <a:t>____</a:t>
            </a:r>
          </a:p>
        </p:txBody>
      </p:sp>
      <p:sp>
        <p:nvSpPr>
          <p:cNvPr id="14" name="Oval 13"/>
          <p:cNvSpPr/>
          <p:nvPr/>
        </p:nvSpPr>
        <p:spPr>
          <a:xfrm>
            <a:off x="9232392" y="3044952"/>
            <a:ext cx="585216" cy="585216"/>
          </a:xfrm>
          <a:prstGeom prst="ellipse">
            <a:avLst/>
          </a:prstGeom>
          <a:solidFill>
            <a:srgbClr val="2835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2392" y="3044952"/>
            <a:ext cx="585216" cy="58521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Arial"/>
                <a:ea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94320" y="2057400"/>
            <a:ext cx="326136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283593"/>
                </a:solidFill>
                <a:latin typeface="Arial"/>
                <a:ea typeface="微软雅黑"/>
              </a:rPr>
              <a:t>放量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94320" y="2423160"/>
            <a:ext cx="326136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4A5480"/>
                </a:solidFill>
                <a:latin typeface="微软雅黑"/>
                <a:ea typeface="微软雅黑"/>
              </a:rPr>
              <a:t>____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DDE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4A5480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4A5480"/>
                </a:solidFill>
                <a:latin typeface="Arial"/>
                <a:ea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1A2470"/>
              </a:gs>
              <a:gs pos="100000">
                <a:srgbClr val="283593"/>
              </a:gs>
            </a:gsLst>
            <a:lin ang="36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" y="2743200"/>
            <a:ext cx="201168" cy="13716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2697480"/>
            <a:ext cx="9601200" cy="1463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FFFFFF"/>
                </a:solidFill>
                <a:latin typeface="微软雅黑"/>
                <a:ea typeface="微软雅黑"/>
              </a:rPr>
              <a:t>感谢观看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1872" y="4206240"/>
            <a:ext cx="96012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DCE6F1"/>
                </a:solidFill>
                <a:latin typeface="Arial"/>
                <a:ea typeface="微软雅黑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5852160"/>
            <a:ext cx="9144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AFC4DC"/>
                </a:solidFill>
                <a:latin typeface="Arial"/>
                <a:ea typeface="微软雅黑"/>
              </a:rPr>
              <a:t>寄海文库 · 模板中心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