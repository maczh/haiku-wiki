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A4B4B"/>
              </a:gs>
              <a:gs pos="100000">
                <a:srgbClr val="0F6E6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17A2A2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团建活动策划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TEAM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活动目的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方案设计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行程安排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预算安全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活动目的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增进默契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释放压力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方案设计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6E6E"/>
                </a:solidFill>
                <a:latin typeface="微软雅黑"/>
                <a:ea typeface="微软雅黑"/>
              </a:rPr>
              <a:t>项目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破冰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协作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6E6E"/>
                </a:solidFill>
                <a:latin typeface="微软雅黑"/>
                <a:ea typeface="微软雅黑"/>
              </a:rPr>
              <a:t>意义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行程安排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332720" cy="45720"/>
          </a:xfrm>
          <a:prstGeom prst="rect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43912" y="3044952"/>
            <a:ext cx="585216" cy="585216"/>
          </a:xfrm>
          <a:prstGeom prst="ellipse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4391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6E6E"/>
                </a:solidFill>
                <a:latin typeface="Arial"/>
                <a:ea typeface="微软雅黑"/>
              </a:rPr>
              <a:t>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6B6B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0" name="Oval 9"/>
          <p:cNvSpPr/>
          <p:nvPr/>
        </p:nvSpPr>
        <p:spPr>
          <a:xfrm>
            <a:off x="5788152" y="3044952"/>
            <a:ext cx="585216" cy="585216"/>
          </a:xfrm>
          <a:prstGeom prst="ellipse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815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379476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6E6E"/>
                </a:solidFill>
                <a:latin typeface="Arial"/>
                <a:ea typeface="微软雅黑"/>
              </a:rPr>
              <a:t>活动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80" y="416052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6B6B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4" name="Oval 13"/>
          <p:cNvSpPr/>
          <p:nvPr/>
        </p:nvSpPr>
        <p:spPr>
          <a:xfrm>
            <a:off x="9232392" y="3044952"/>
            <a:ext cx="585216" cy="585216"/>
          </a:xfrm>
          <a:prstGeom prst="ellipse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239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4320" y="205740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6E6E"/>
                </a:solidFill>
                <a:latin typeface="Arial"/>
                <a:ea typeface="微软雅黑"/>
              </a:rPr>
              <a:t>返程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320" y="242316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6B6B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预算与安全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预算 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安全员 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A4B4B"/>
              </a:gs>
              <a:gs pos="100000">
                <a:srgbClr val="0F6E6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