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097280"/>
            <a:ext cx="3291840" cy="3291840"/>
          </a:xfrm>
          <a:prstGeom prst="ellipse">
            <a:avLst/>
          </a:prstGeom>
          <a:solidFill>
            <a:srgbClr val="2E8B6F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4206240"/>
            <a:ext cx="2377440" cy="2377440"/>
          </a:xfrm>
          <a:prstGeom prst="ellipse">
            <a:avLst/>
          </a:prstGeom>
          <a:solidFill>
            <a:srgbClr val="C9A24B">
              <a:alpha val="7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48840"/>
            <a:ext cx="201168" cy="155448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01200" cy="1645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 i="0">
                <a:solidFill>
                  <a:srgbClr val="FFFFFF"/>
                </a:solidFill>
                <a:latin typeface="微软雅黑"/>
                <a:ea typeface="微软雅黑"/>
              </a:rPr>
              <a:t>投资分析报告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379476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DCE6F1"/>
                </a:solidFill>
                <a:latin typeface="Arial"/>
                <a:ea typeface="微软雅黑"/>
              </a:rPr>
              <a:t>INVESTMENT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580644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   | 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标的概况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行业研判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2926079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07791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871215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财务评估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584447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59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529583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投资建议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标的概况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业务：____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地位：____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行业研判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空间：____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格局：____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财务评估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2194560"/>
            <a:ext cx="34137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4137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营收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3880" y="2194560"/>
            <a:ext cx="34137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3880" y="2194560"/>
            <a:ext cx="34137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38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38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毛利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7680" y="2194560"/>
            <a:ext cx="3413760" cy="2743200"/>
          </a:xfrm>
          <a:prstGeom prst="round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7680" y="2194560"/>
            <a:ext cx="3413760" cy="146304"/>
          </a:xfrm>
          <a:prstGeom prst="rect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2697480"/>
            <a:ext cx="3413760" cy="12801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4600" b="1" i="0">
                <a:solidFill>
                  <a:srgbClr val="1B5E4B"/>
                </a:solidFill>
                <a:latin typeface="Arial"/>
                <a:ea typeface="微软雅黑"/>
              </a:rPr>
              <a:t>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680" y="4023360"/>
            <a:ext cx="341376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03E31"/>
                </a:solidFill>
                <a:latin typeface="微软雅黑"/>
                <a:ea typeface="微软雅黑"/>
              </a:rPr>
              <a:t>估值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46304" cy="56692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86868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B5E4B"/>
                </a:solidFill>
                <a:latin typeface="微软雅黑"/>
                <a:ea typeface="微软雅黑"/>
              </a:rPr>
              <a:t>投资建议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10881360" cy="27432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609344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91056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554480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结论：____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267712"/>
            <a:ext cx="292608" cy="292608"/>
          </a:xfrm>
          <a:prstGeom prst="ellipse">
            <a:avLst/>
          </a:prstGeom>
          <a:solidFill>
            <a:srgbClr val="2E8B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49424"/>
            <a:ext cx="292608" cy="29260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212848"/>
            <a:ext cx="9966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22222"/>
                </a:solidFill>
                <a:latin typeface="微软雅黑"/>
                <a:ea typeface="微软雅黑"/>
              </a:rPr>
              <a:t>风险：____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446520"/>
            <a:ext cx="10881360" cy="16459"/>
          </a:xfrm>
          <a:prstGeom prst="rect">
            <a:avLst/>
          </a:prstGeom>
          <a:solidFill>
            <a:srgbClr val="D7E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64008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寄海文库 · 模板中心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92240"/>
            <a:ext cx="14630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F6B5F"/>
                </a:solidFill>
                <a:latin typeface="Arial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103E31"/>
              </a:gs>
              <a:gs pos="100000">
                <a:srgbClr val="1B5E4B"/>
              </a:gs>
            </a:gsLst>
            <a:lin ang="36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68680" y="2743200"/>
            <a:ext cx="201168" cy="13716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697480"/>
            <a:ext cx="9601200" cy="1463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</a:rPr>
              <a:t>感谢观看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4206240"/>
            <a:ext cx="96012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DCE6F1"/>
                </a:solidFill>
                <a:latin typeface="Arial"/>
                <a:ea typeface="微软雅黑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5852160"/>
            <a:ext cx="9144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AFC4DC"/>
                </a:solidFill>
                <a:latin typeface="Arial"/>
                <a:ea typeface="微软雅黑"/>
              </a:rPr>
              <a:t>寄海文库 · 模板中心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