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58B2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市场调研报告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MARKET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调研说明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市场容量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用户画像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结论建议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调研说明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样本 ____ 份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方法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市场容量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8066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8066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194560"/>
            <a:ext cx="528066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0780" y="2194560"/>
            <a:ext cx="528066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07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增速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用户画像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人群：____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需求：____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结论建议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结论：____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建议：____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