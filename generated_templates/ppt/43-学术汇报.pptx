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7E261F"/>
              </a:gs>
              <a:gs pos="100000">
                <a:srgbClr val="B23A30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D9534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学术研究报告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ACADEMIC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研究背景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方法模型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实验结果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结论展望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研究背景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问题：____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意义：____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方法模型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方法：____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模型：____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实验结果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4480560"/>
          </a:xfrm>
          <a:prstGeom prst="roundRect">
            <a:avLst/>
          </a:prstGeom>
          <a:noFill/>
          <a:ln w="19050">
            <a:solidFill>
              <a:srgbClr val="D9534F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881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D9534F"/>
                </a:solidFill>
                <a:latin typeface="Arial"/>
                <a:ea typeface="微软雅黑"/>
              </a:rPr>
              <a:t>图片 /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7A4A44"/>
                </a:solidFill>
                <a:latin typeface="微软雅黑"/>
                <a:ea typeface="微软雅黑"/>
              </a:rPr>
              <a:t>插入图表/结果图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结论展望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结论：____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展望：____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7E261F"/>
              </a:gs>
              <a:gs pos="100000">
                <a:srgbClr val="B23A30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