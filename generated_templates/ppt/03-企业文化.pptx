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9534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企业文化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CORPORATE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文化内核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行为准则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团队活动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文化落地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文化关键词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立身之本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发展动力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共赢基础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担当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价值体现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行为准则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客户第一，快速响应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坦诚沟通，对事不对人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持续学习，拥抱变化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团队风貌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D9534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9534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A4A44"/>
                </a:solidFill>
                <a:latin typeface="微软雅黑"/>
                <a:ea typeface="微软雅黑"/>
              </a:rPr>
              <a:t>插入团队活动照片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文化落地举措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新人文化培训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月度文化之星评选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文化墙与内刊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