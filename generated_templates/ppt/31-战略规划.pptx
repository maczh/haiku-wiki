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33A5B"/>
              </a:gs>
              <a:gs pos="100000">
                <a:srgbClr val="1F4E79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2E75B6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战略规划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STRATEGY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战略环境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战略目标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战略举措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保障措施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战略环境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</a:rPr>
              <a:t>机会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</a:rPr>
              <a:t>挑战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战略目标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愿景：____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三年目标：____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战略举措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举措一：____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举措二：____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保障措施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组织：____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资源：____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33A5B"/>
              </a:gs>
              <a:gs pos="100000">
                <a:srgbClr val="1F4E79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