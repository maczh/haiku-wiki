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创业项目路演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STARTUP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项目亮点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产品Demo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市场验证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发展路线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项目亮点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创新点：____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已验证：____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产品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2E75B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E75B6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微软雅黑"/>
                <a:ea typeface="微软雅黑"/>
              </a:rPr>
              <a:t>插入产品截图/原型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市场验证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周留存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营收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发展路线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Arial"/>
                <a:ea typeface="微软雅黑"/>
              </a:rP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Arial"/>
                <a:ea typeface="微软雅黑"/>
              </a:rPr>
              <a:t>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4E79"/>
                </a:solidFill>
                <a:latin typeface="Arial"/>
                <a:ea typeface="微软雅黑"/>
              </a:rPr>
              <a:t>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B7B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