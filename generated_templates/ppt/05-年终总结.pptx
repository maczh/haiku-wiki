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E67E2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8A5A2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年终总结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ANNUAL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年度业绩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关键举措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问题反思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新年展望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年度关键指标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营收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增长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新客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关键举措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举措一：____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举措二：____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举措三：____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C25A12"/>
              </a:gs>
              <a:gs pos="100000">
                <a:srgbClr val="8A3F0C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DB9F75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问题反思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不足与改进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问题：____，根因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改进：____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C25A12"/>
              </a:gs>
              <a:gs pos="100000">
                <a:srgbClr val="8A3F0C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DB9F75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新年展望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年度节奏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1338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338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449656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56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02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707974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974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Oval 17"/>
          <p:cNvSpPr/>
          <p:nvPr/>
        </p:nvSpPr>
        <p:spPr>
          <a:xfrm>
            <a:off x="966292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92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8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