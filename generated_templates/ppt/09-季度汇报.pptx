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81B6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季度工作汇报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QUARTERLY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季度业绩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重点专项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下季规划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季度指标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营收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达标率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新签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回款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重点专项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专项一：____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专项二：____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AD1457"/>
              </a:gs>
              <a:gs pos="100000">
                <a:srgbClr val="740E3A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CF769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问题分析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问题与对策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D1457"/>
                </a:solidFill>
                <a:latin typeface="微软雅黑"/>
                <a:ea typeface="微软雅黑"/>
              </a:rPr>
              <a:t>对策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下季规划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