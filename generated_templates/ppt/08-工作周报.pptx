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3F51B5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工作周报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WEEKLY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本周概览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完成情况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进行中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下周计划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本周完成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完成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推进 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输出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进行中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 预计 ____ 完成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协调 ____ 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下周计划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重点：____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启动：____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