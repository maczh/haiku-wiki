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8B6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企业宣传册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CORPORATE BROCHURE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品牌理念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产品服务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案例展示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联系我们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品牌理念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1078992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F6B5F"/>
                </a:solidFill>
                <a:latin typeface="Arial"/>
                <a:ea typeface="微软雅黑"/>
              </a:rPr>
              <a:t>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使命：____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愿景：____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价值观：____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品牌形象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2E8B6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8B6F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F6B5F"/>
                </a:solidFill>
                <a:latin typeface="微软雅黑"/>
                <a:ea typeface="微软雅黑"/>
              </a:rPr>
              <a:t>插入品牌主视觉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产品与服务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5E4B"/>
                </a:solidFill>
                <a:latin typeface="微软雅黑"/>
                <a:ea typeface="微软雅黑"/>
              </a:rPr>
              <a:t>产品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5E4B"/>
                </a:solidFill>
                <a:latin typeface="微软雅黑"/>
                <a:ea typeface="微软雅黑"/>
              </a:rPr>
              <a:t>服务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客户案例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2E8B6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8B6F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F6B5F"/>
                </a:solidFill>
                <a:latin typeface="微软雅黑"/>
                <a:ea typeface="微软雅黑"/>
              </a:rPr>
              <a:t>插入典型案例图片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联系方式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官网：____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电话：____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邮箱：____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地址：____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