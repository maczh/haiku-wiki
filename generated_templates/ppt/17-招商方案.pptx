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6708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B08D57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招商合作方案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INVESTMENT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项目前景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合作模式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政策支持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收益测算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项目前景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市场：____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趋势：____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合作模式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3E50"/>
                </a:solidFill>
                <a:latin typeface="微软雅黑"/>
                <a:ea typeface="微软雅黑"/>
              </a:rPr>
              <a:t>模式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代理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联营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28416"/>
            <a:ext cx="128016" cy="128016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直营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3E50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328416"/>
            <a:ext cx="128016" cy="128016"/>
          </a:xfrm>
          <a:prstGeom prst="ellipse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收益测算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C3E5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A38"/>
                </a:solidFill>
                <a:latin typeface="微软雅黑"/>
                <a:ea typeface="微软雅黑"/>
              </a:rPr>
              <a:t>单店回收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C3E50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A38"/>
                </a:solidFill>
                <a:latin typeface="微软雅黑"/>
                <a:ea typeface="微软雅黑"/>
              </a:rPr>
              <a:t>毛利率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C3E5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A38"/>
                </a:solidFill>
                <a:latin typeface="微软雅黑"/>
                <a:ea typeface="微软雅黑"/>
              </a:rPr>
              <a:t>回本周期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政策支持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培训支持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营销支持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供应链支持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