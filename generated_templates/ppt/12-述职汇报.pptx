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03E31"/>
              </a:gs>
              <a:gs pos="100000">
                <a:srgbClr val="1B5E4B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2E8B6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述职汇报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PERFORMANCE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岗位职责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业绩成果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能力提升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改进承诺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岗位职责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负责 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统筹 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业绩成果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13760" cy="2743200"/>
          </a:xfrm>
          <a:prstGeom prst="round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13760" cy="146304"/>
          </a:xfrm>
          <a:prstGeom prst="rect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B5E4B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03E31"/>
                </a:solidFill>
                <a:latin typeface="微软雅黑"/>
                <a:ea typeface="微软雅黑"/>
              </a:rPr>
              <a:t>KPI1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2194560"/>
            <a:ext cx="3413760" cy="2743200"/>
          </a:xfrm>
          <a:prstGeom prst="round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2194560"/>
            <a:ext cx="3413760" cy="146304"/>
          </a:xfrm>
          <a:prstGeom prst="rect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B5E4B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03E31"/>
                </a:solidFill>
                <a:latin typeface="微软雅黑"/>
                <a:ea typeface="微软雅黑"/>
              </a:rPr>
              <a:t>KPI2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680" y="2194560"/>
            <a:ext cx="3413760" cy="2743200"/>
          </a:xfrm>
          <a:prstGeom prst="round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2194560"/>
            <a:ext cx="3413760" cy="146304"/>
          </a:xfrm>
          <a:prstGeom prst="rect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B5E4B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03E31"/>
                </a:solidFill>
                <a:latin typeface="微软雅黑"/>
                <a:ea typeface="微软雅黑"/>
              </a:rPr>
              <a:t>KPI3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能力提升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改进承诺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针对 ____ 提升 ____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03E31"/>
              </a:gs>
              <a:gs pos="100000">
                <a:srgbClr val="1B5E4B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